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295ca0fb3d42a2" /><Relationship Type="http://schemas.openxmlformats.org/officeDocument/2006/relationships/extended-properties" Target="/docProps/app.xml" Id="Ra669cdaa0b964853" /><Relationship Type="http://schemas.openxmlformats.org/officeDocument/2006/relationships/officeDocument" Target="/ppt/presentation.xml" Id="R75f0a1474d1a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e828e48ac6475e"/>
  </p:sldMasterIdLst>
  <p:notesMasterIdLst>
    <p:notesMasterId xmlns:r="http://schemas.openxmlformats.org/officeDocument/2006/relationships" r:id="Rfff760a7d51849fa"/>
  </p:notesMasterIdLst>
  <p:sldIdLst>
    <p:sldId xmlns:r="http://schemas.openxmlformats.org/officeDocument/2006/relationships" id="256" r:id="Ra1d95e1679fd4c99"/>
    <p:sldId xmlns:r="http://schemas.openxmlformats.org/officeDocument/2006/relationships" id="257" r:id="Re88782bf1f2d4dd1"/>
    <p:sldId xmlns:r="http://schemas.openxmlformats.org/officeDocument/2006/relationships" id="258" r:id="Rd7a82c8575a343d3"/>
    <p:sldId xmlns:r="http://schemas.openxmlformats.org/officeDocument/2006/relationships" id="259" r:id="R3b6790d4ae214195"/>
    <p:sldId xmlns:r="http://schemas.openxmlformats.org/officeDocument/2006/relationships" id="260" r:id="R165095c526324b90"/>
    <p:sldId xmlns:r="http://schemas.openxmlformats.org/officeDocument/2006/relationships" id="261" r:id="R66028a4783704cab"/>
    <p:sldId xmlns:r="http://schemas.openxmlformats.org/officeDocument/2006/relationships" id="262" r:id="Rfdb3dc56796a4961"/>
    <p:sldId xmlns:r="http://schemas.openxmlformats.org/officeDocument/2006/relationships" id="263" r:id="Ref0ee0b086cf4c83"/>
    <p:sldId xmlns:r="http://schemas.openxmlformats.org/officeDocument/2006/relationships" id="264" r:id="Ra7022ed0a6c843ba"/>
    <p:sldId xmlns:r="http://schemas.openxmlformats.org/officeDocument/2006/relationships" id="265" r:id="R09949fa11d6f47ea"/>
    <p:sldId xmlns:r="http://schemas.openxmlformats.org/officeDocument/2006/relationships" id="266" r:id="Rf92dacb3245d41ea"/>
    <p:sldId xmlns:r="http://schemas.openxmlformats.org/officeDocument/2006/relationships" id="267" r:id="R1b96451e7e1147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214f52924c4c69" /><Relationship Type="http://schemas.openxmlformats.org/officeDocument/2006/relationships/slideMaster" Target="/ppt/slideMasters/slideMaster1.xml" Id="Ra0e828e48ac6475e" /><Relationship Type="http://schemas.openxmlformats.org/officeDocument/2006/relationships/notesMaster" Target="/ppt/notesMasters/notesMaster1.xml" Id="Rfff760a7d51849fa" /><Relationship Type="http://schemas.openxmlformats.org/officeDocument/2006/relationships/presProps" Target="/ppt/presProps.xml" Id="R241eaa57c3534e53" /><Relationship Type="http://schemas.openxmlformats.org/officeDocument/2006/relationships/tableStyles" Target="/ppt/tableStyles.xml" Id="Rbdc8374f40b04146" /><Relationship Type="http://schemas.openxmlformats.org/officeDocument/2006/relationships/slide" Target="/ppt/slides/slide1.xml" Id="Ra1d95e1679fd4c99" /><Relationship Type="http://schemas.openxmlformats.org/officeDocument/2006/relationships/slide" Target="/ppt/slides/slide2.xml" Id="Re88782bf1f2d4dd1" /><Relationship Type="http://schemas.openxmlformats.org/officeDocument/2006/relationships/slide" Target="/ppt/slides/slide3.xml" Id="Rd7a82c8575a343d3" /><Relationship Type="http://schemas.openxmlformats.org/officeDocument/2006/relationships/slide" Target="/ppt/slides/slide4.xml" Id="R3b6790d4ae214195" /><Relationship Type="http://schemas.openxmlformats.org/officeDocument/2006/relationships/slide" Target="/ppt/slides/slide5.xml" Id="R165095c526324b90" /><Relationship Type="http://schemas.openxmlformats.org/officeDocument/2006/relationships/slide" Target="/ppt/slides/slide6.xml" Id="R66028a4783704cab" /><Relationship Type="http://schemas.openxmlformats.org/officeDocument/2006/relationships/slide" Target="/ppt/slides/slide7.xml" Id="Rfdb3dc56796a4961" /><Relationship Type="http://schemas.openxmlformats.org/officeDocument/2006/relationships/slide" Target="/ppt/slides/slide8.xml" Id="Ref0ee0b086cf4c83" /><Relationship Type="http://schemas.openxmlformats.org/officeDocument/2006/relationships/slide" Target="/ppt/slides/slide9.xml" Id="Ra7022ed0a6c843ba" /><Relationship Type="http://schemas.openxmlformats.org/officeDocument/2006/relationships/slide" Target="/ppt/slides/slide10.xml" Id="R09949fa11d6f47ea" /><Relationship Type="http://schemas.openxmlformats.org/officeDocument/2006/relationships/slide" Target="/ppt/slides/slide11.xml" Id="Rf92dacb3245d41ea" /><Relationship Type="http://schemas.openxmlformats.org/officeDocument/2006/relationships/slide" Target="/ppt/slides/slide12.xml" Id="R1b96451e7e1147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fb45e118dd4f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600344eb6e4a33" /><Relationship Type="http://schemas.openxmlformats.org/officeDocument/2006/relationships/notesMaster" Target="/ppt/notesMasters/notesMaster1.xml" Id="R81640f1dff3b45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051d027c834f6f" /><Relationship Type="http://schemas.openxmlformats.org/officeDocument/2006/relationships/notesMaster" Target="/ppt/notesMasters/notesMaster1.xml" Id="Rf3f03672e27547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abc2581415467b" /><Relationship Type="http://schemas.openxmlformats.org/officeDocument/2006/relationships/notesMaster" Target="/ppt/notesMasters/notesMaster1.xml" Id="R92b6c96117da43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e42073bae3404a" /><Relationship Type="http://schemas.openxmlformats.org/officeDocument/2006/relationships/notesMaster" Target="/ppt/notesMasters/notesMaster1.xml" Id="R6a674382d8b74d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4bcf3aa3f14e5d" /><Relationship Type="http://schemas.openxmlformats.org/officeDocument/2006/relationships/notesMaster" Target="/ppt/notesMasters/notesMaster1.xml" Id="Rdaeb66e08fa543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804923e5724b77" /><Relationship Type="http://schemas.openxmlformats.org/officeDocument/2006/relationships/notesMaster" Target="/ppt/notesMasters/notesMaster1.xml" Id="R86e290b4c1d540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6b865aaf154e89" /><Relationship Type="http://schemas.openxmlformats.org/officeDocument/2006/relationships/notesMaster" Target="/ppt/notesMasters/notesMaster1.xml" Id="R6a9e689654fc41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96b2d860344ea2" /><Relationship Type="http://schemas.openxmlformats.org/officeDocument/2006/relationships/notesMaster" Target="/ppt/notesMasters/notesMaster1.xml" Id="R06bf61996d2346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f15301419b4c44" /><Relationship Type="http://schemas.openxmlformats.org/officeDocument/2006/relationships/notesMaster" Target="/ppt/notesMasters/notesMaster1.xml" Id="Rd3a7d732ee0d49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2ce3b322ee45f6" /><Relationship Type="http://schemas.openxmlformats.org/officeDocument/2006/relationships/notesMaster" Target="/ppt/notesMasters/notesMaster1.xml" Id="Re5723bf634b549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d6e4c2c8db44c9" /><Relationship Type="http://schemas.openxmlformats.org/officeDocument/2006/relationships/notesMaster" Target="/ppt/notesMasters/notesMaster1.xml" Id="R5f9ed29c3c8b41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8a8a0ed4064371" /><Relationship Type="http://schemas.openxmlformats.org/officeDocument/2006/relationships/notesMaster" Target="/ppt/notesMasters/notesMaster1.xml" Id="R5798c8c1ed1142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founder project. Evidence and assumptions as of 2026-10-28. No investor or financing commitment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Buyer hypothesis: travel/concierge agent teams that already propose places. IAM/tool permission and preference authority answer different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https://openai.com/index/introducing-apps-in-chatgpt/ and https://help.openai.com/en/articles/6825453-chatgpt-release-notes. https://hai.stanford.edu/ai-index/2026-ai-index-report/economy reports 88% organizational AI use but agent deployment in single digits across nearly all business functions. Platform availability is not TastePolicy adoption.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Qloo affinity is not authorization. Qloo owns the cultural graph. Written commercial/output rights and pricing are pending the official sales inquiry. See docs/company/qloo-commercial-and-data.md.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production evidence proves fresh enrollment, SDK/A2A, export and deletion. New guided onboarding is in release verification. Organization/project/environment and billing paths remain unfinished. Verification is not authorization. Payment/booking/legal authority stays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merged main c8da03c766c05e7f7d15ed618ba542d20dab232c, production dpl_CTk3Vr9drAKM87SM3EDJ1YNXCqQa. Hosted auth/OAuth10/10, independent SDK/A2A/export/deletion8/8. New company/MCP app PR17 exact head a94ee7790688e61eb6a9f4374fbafc2792ca0ea8 is not yet merged at deck preparation. No actual ChatGPT/Claude use, directory approval or npm publication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docs/evaluation/wg-c-human-pilot-report.md. Unsafe autonomy14/150, incorrect REJECT2/10, UNAVAILABLE agreement9/32.20/180 unscorable. These are synthetic-scenario judgments, not execution harms. No population safety or competitive-win claim. Current TasteBench24engineering cases do not establish a moat.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https://www.cerbos.dev/pricing developer25/month production933/month; https://www.osohq.com/pricing Growth15/user/month; https://authzed.com/pricing cloud2/hour. Units differ. Qloo commercial cost is unknown. No working checkout or paid entitlement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BLS https://www.bls.gov/ooh/computer-and-information-technology/software-developers.htm 1693800USdeveloperjobs2024. Assume10developers/team=169380team-equivalents. At588annualworkspaceprice broadproxy99.60m, relevance10%=9.96m. Jobs are not buyer companies. No measured TAM or contracted pipeline. See market-and-economics.json.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targets. At20%trial-to-paid need500qualifiedtrials; at30%signup-to-trial need1667signups; at5%visitor-to-signup need33340qualifiedvisitors. No actual conversion, customer or revenue metrics claimed. No outreach sent from this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Prompt/memory, Qloo recommendation, deterministic rules and operational authorization vendors are alternatives. No apples-to-apples competitive result exists. Apache source remains open. No patents, exclusive rights, compliance certifications or proprietary dataset monopoly claimed. See licensing-and-ip.md and security/operations.md.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 hypothesis:275kproduct/engineering,75kprovider/infrastructure/reliability,50ksecurity/legal/privacy,50kdiscovery/distribution,50kreserve.450k/18=25kmonthlyoperatingbudget. No salaries/vendorquotes approved. Milestones: commercialQloocontract, multitenant/onboarding/billingsandbox, realassistants/listings, recovery/monitoring, heldoutevaluation, firstpaidcohort. No financingterms/corporateentity/captable invented.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5538a39f74d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a52d41c1047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4cbe3630148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9dd8d823f45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55b4c054a40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1f6cb775745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5DDC27-AF95-419B-8D39-3B6B0A46E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B4874C-0BCD-4F63-9CA5-7F11EE8D2D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2236FA-EBAC-4C4D-89B4-8F5BFB5AEF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0D0703-2AEE-4D03-B43F-0353F0533C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477638-498D-4F7C-87CF-218EE2C9C7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198BFE2-6032-4C62-940B-FE2598081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8F9F0C-FAC6-48A3-821F-3D916E2E33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8E59C1-8490-48BC-858E-64A873907A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C0E56D-9F85-4F63-9DC8-E52E4471E5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453FF3-32F7-4F7C-8EA2-2D8381AF5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08ab9448734027" /><Relationship Type="http://schemas.openxmlformats.org/officeDocument/2006/relationships/slideLayout" Target="/ppt/slideLayouts/slideLayout1.xml" Id="R85331d92b3f94e1a" /><Relationship Type="http://schemas.openxmlformats.org/officeDocument/2006/relationships/slideLayout" Target="/ppt/slideLayouts/slideLayout2.xml" Id="R421ba7d92f4e4bd4" /><Relationship Type="http://schemas.openxmlformats.org/officeDocument/2006/relationships/slideLayout" Target="/ppt/slideLayouts/slideLayout3.xml" Id="Rf06251cba5c24d64" /><Relationship Type="http://schemas.openxmlformats.org/officeDocument/2006/relationships/slideLayout" Target="/ppt/slideLayouts/slideLayout4.xml" Id="Reb5a429dab5a49f1" /><Relationship Type="http://schemas.openxmlformats.org/officeDocument/2006/relationships/slideLayout" Target="/ppt/slideLayouts/slideLayout5.xml" Id="R94e399c05ddd4c7b" /><Relationship Type="http://schemas.openxmlformats.org/officeDocument/2006/relationships/slideLayout" Target="/ppt/slideLayouts/slideLayout6.xml" Id="Ra07a02036d7947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331d92b3f94e1a"/>
    <p:sldLayoutId xmlns:r="http://schemas.openxmlformats.org/officeDocument/2006/relationships" id="2147483650" r:id="R421ba7d92f4e4bd4"/>
    <p:sldLayoutId xmlns:r="http://schemas.openxmlformats.org/officeDocument/2006/relationships" id="2147483651" r:id="Rf06251cba5c24d64"/>
    <p:sldLayoutId xmlns:r="http://schemas.openxmlformats.org/officeDocument/2006/relationships" id="2147483652" r:id="Reb5a429dab5a49f1"/>
    <p:sldLayoutId xmlns:r="http://schemas.openxmlformats.org/officeDocument/2006/relationships" id="2147483653" r:id="R94e399c05ddd4c7b"/>
    <p:sldLayoutId xmlns:r="http://schemas.openxmlformats.org/officeDocument/2006/relationships" id="2147483654" r:id="Ra07a02036d7947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c24c84df2241d5" /><Relationship Type="http://schemas.openxmlformats.org/officeDocument/2006/relationships/notesSlide" Target="/ppt/notesSlides/notesSlide1.xml" Id="Rf6a86d2083734a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d3ce67f534a44" /><Relationship Type="http://schemas.openxmlformats.org/officeDocument/2006/relationships/notesSlide" Target="/ppt/notesSlides/notesSlide2.xml" Id="R53d5af627c52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e658226774f0d" /><Relationship Type="http://schemas.openxmlformats.org/officeDocument/2006/relationships/notesSlide" Target="/ppt/notesSlides/notesSlide3.xml" Id="R02d77cb000554d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718580ab404183" /><Relationship Type="http://schemas.openxmlformats.org/officeDocument/2006/relationships/notesSlide" Target="/ppt/notesSlides/notesSlide4.xml" Id="Rddca0a6a132f42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26c863678417a" /><Relationship Type="http://schemas.openxmlformats.org/officeDocument/2006/relationships/image" Target="/ppt/media/image.png" Id="Re78deee7d9ba43ea" /><Relationship Type="http://schemas.openxmlformats.org/officeDocument/2006/relationships/notesSlide" Target="/ppt/notesSlides/notesSlide5.xml" Id="R337d4e387caf4e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1dff9f1b94e1e" /><Relationship Type="http://schemas.openxmlformats.org/officeDocument/2006/relationships/notesSlide" Target="/ppt/notesSlides/notesSlide6.xml" Id="Rf7d1e65abf7a41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31878a726f4aef" /><Relationship Type="http://schemas.openxmlformats.org/officeDocument/2006/relationships/notesSlide" Target="/ppt/notesSlides/notesSlide7.xml" Id="Rb7beb99ce2bb47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1aebfe462049e0" /><Relationship Type="http://schemas.openxmlformats.org/officeDocument/2006/relationships/notesSlide" Target="/ppt/notesSlides/notesSlide8.xml" Id="Rddc9d55c182541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0dd19bc0c4ed8" /><Relationship Type="http://schemas.openxmlformats.org/officeDocument/2006/relationships/notesSlide" Target="/ppt/notesSlides/notesSlide9.xml" Id="R53fbd761531343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67bc36a7c40d7" /><Relationship Type="http://schemas.openxmlformats.org/officeDocument/2006/relationships/notesSlide" Target="/ppt/notesSlides/notesSlide10.xml" Id="R48ef857c002647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f1bfaa46a42c9" /><Relationship Type="http://schemas.openxmlformats.org/officeDocument/2006/relationships/notesSlide" Target="/ppt/notesSlides/notesSlide11.xml" Id="Rcd59b017fa3945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9f43d23f340e8" /><Relationship Type="http://schemas.openxmlformats.org/officeDocument/2006/relationships/notesSlide" Target="/ppt/notesSlides/notesSlide12.xml" Id="R64d4c793cf4b46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5A9DF-87DA-4261-A3DA-0FDBC2DD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6F3EC"/>
                </a:solidFill>
                <a:latin typeface="DejaVu Sans"/>
                <a:ea typeface="DejaVu Sans"/>
                <a:cs typeface="DejaVu Sans"/>
              </a:rPr>
              <a:t>TastePolicy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48E1F-F32D-4535-83B7-66D8B39E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rPr>
              <a:t>Subjective Authority Infrastructure</a:t>
            </a:r>
          </a:p>
          <a:p xmlns:a="http://schemas.openxmlformats.org/drawingml/2006/main">
            <a:pPr>
              <a:def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F6F3EC"/>
                </a:solidFill>
                <a:latin typeface="DejaVu Sans"/>
                <a:ea typeface="DejaVu Sans"/>
                <a:cs typeface="DejaVu Sans"/>
              </a:rPr>
              <a:t>for AI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8C7A2-4D42-42BE-AC7B-0AB51099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rPr>
              <a:t>Your taste. Your rules. Any agent.</a:t>
            </a:r>
          </a:p>
        </p:txBody>
      </p:sp>
    </p:spTree>
    <p:extLst>
      <p:ext uri="{BB962C8B-B14F-4D97-AF65-F5344CB8AC3E}">
        <p14:creationId xmlns:p14="http://schemas.microsoft.com/office/powerpoint/2010/main" val="1082122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4B009-4EBE-4867-91E2-7289D944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The preference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E5DCE-4B09-4C06-8F03-EC6D325A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An agent can remember what you like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and still choose beyond your rules.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5BDF3-1A17-4F81-A411-C440502F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A recommendation needs context, a permitted action ceiling and a way to pause.</a:t>
            </a:r>
          </a:p>
        </p:txBody>
      </p:sp>
    </p:spTree>
    <p:extLst>
      <p:ext uri="{BB962C8B-B14F-4D97-AF65-F5344CB8AC3E}">
        <p14:creationId xmlns:p14="http://schemas.microsoft.com/office/powerpoint/2010/main" val="501835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BBF43-7E0B-4EFE-8503-C83E2E49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B6A84-B7BF-4657-A049-723CD53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Conversational apps create a distribution path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for user-controlled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EFB37-A4BC-41A8-814E-92E8DB46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MCP apps and public directories exist. Agent adoption remains early.</a:t>
            </a:r>
          </a:p>
        </p:txBody>
      </p:sp>
    </p:spTree>
    <p:extLst>
      <p:ext uri="{BB962C8B-B14F-4D97-AF65-F5344CB8AC3E}">
        <p14:creationId xmlns:p14="http://schemas.microsoft.com/office/powerpoint/2010/main" val="176404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7A6B5-86FF-4335-AEB1-3795B423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Qloo and TastePolicy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E9526-1023-4BDE-A1A2-218A844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Qloo supplies cultural evidence.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TastePolicy applies explicit user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69605-0131-4D35-8D3C-6DBB06E7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ALLOW   ASK   REJECT   UNAVAILABLE</a:t>
            </a:r>
          </a:p>
        </p:txBody>
      </p:sp>
    </p:spTree>
    <p:extLst>
      <p:ext uri="{BB962C8B-B14F-4D97-AF65-F5344CB8AC3E}">
        <p14:creationId xmlns:p14="http://schemas.microsoft.com/office/powerpoint/2010/main" val="2695907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EB6AC-B3E8-4899-B456-3A325FB5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Product and developer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F5C4D-171B-46D0-A663-7685CF8B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A reviewed candidate gets a decision, receipt and bounded continuation.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F14FD-AD92-422A-A099-29577439D5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deee7d9ba43ea"/>
          <a:stretch xmlns:a="http://schemas.openxmlformats.org/drawingml/2006/main"/>
        </p:blipFill>
        <p:spPr>
          <a:xfrm xmlns:a="http://schemas.openxmlformats.org/drawingml/2006/main">
            <a:off x="6834188" y="1666875"/>
            <a:ext cx="4048125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64F79-C33A-4A18-B4CB-74E9B760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483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65A"/>
                </a:solidFill>
                <a:latin typeface="DejaVu Sans"/>
                <a:ea typeface="DejaVu Sans"/>
                <a:cs typeface="DejaVu Sans"/>
              </a:rPr>
              <a:t>Illustrative website card. No live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BBDA4-9CB4-4BD5-858C-44891C32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REST, remote MCP and A2A share the authority services.</a:t>
            </a:r>
          </a:p>
        </p:txBody>
      </p:sp>
    </p:spTree>
    <p:extLst>
      <p:ext uri="{BB962C8B-B14F-4D97-AF65-F5344CB8AC3E}">
        <p14:creationId xmlns:p14="http://schemas.microsoft.com/office/powerpoint/2010/main" val="9211131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49344-F29A-48A7-B9AD-CEA04466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DDA4F-3BD1-40D8-A18C-477D43BD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Production OAuth and real Qloo receipts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Independent SDK and A2A acceptance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2BD05-161B-4FF8-9AD7-C79B137F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Canonical origin: tastepolicy.vercel.app</a:t>
            </a:r>
          </a:p>
        </p:txBody>
      </p:sp>
    </p:spTree>
    <p:extLst>
      <p:ext uri="{BB962C8B-B14F-4D97-AF65-F5344CB8AC3E}">
        <p14:creationId xmlns:p14="http://schemas.microsoft.com/office/powerpoint/2010/main" val="1497813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F1505-9CEE-427A-9484-A2CF5ADF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Evaluation has exposed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50CCF-876D-42BC-A54A-4C045290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94 / 160 exact agreement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33 / 67 missed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5CF1B-6790-4BD5-8E4D-FAB74C1D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Ten operator-asserted people. 180 repeated judgments.</a:t>
            </a:r>
          </a:p>
        </p:txBody>
      </p:sp>
    </p:spTree>
    <p:extLst>
      <p:ext uri="{BB962C8B-B14F-4D97-AF65-F5344CB8AC3E}">
        <p14:creationId xmlns:p14="http://schemas.microsoft.com/office/powerpoint/2010/main" val="359025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75CC7-DFD1-482D-A902-ECCE7212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First buyer and test price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24237-73CE-40B1-88F5-E41C91E4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Travel and concierge agent teams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One candidate flow before separate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EA7F7-CD1D-4A11-8739-ACEC3555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Free developer usage. Pro USD49/month is an experiment.</a:t>
            </a:r>
          </a:p>
        </p:txBody>
      </p:sp>
    </p:spTree>
    <p:extLst>
      <p:ext uri="{BB962C8B-B14F-4D97-AF65-F5344CB8AC3E}">
        <p14:creationId xmlns:p14="http://schemas.microsoft.com/office/powerpoint/2010/main" val="473350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EA69B-1B97-4CEF-869B-D4E35A88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Market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31421-34E7-41DA-BDCD-8A6338F5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100 paying workspaces at USD49/month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would produce USD58,800 annualized revenue.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8F89E-B788-4C67-94DF-92B14746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Target, not traction. Jobs-to-team model remains unvalidated.</a:t>
            </a:r>
          </a:p>
        </p:txBody>
      </p:sp>
    </p:spTree>
    <p:extLst>
      <p:ext uri="{BB962C8B-B14F-4D97-AF65-F5344CB8AC3E}">
        <p14:creationId xmlns:p14="http://schemas.microsoft.com/office/powerpoint/2010/main" val="1462839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C1990-1F60-4F8F-AAD4-A484B1E9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Route to paid adoption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B51D2-B8F6-44E9-A9EF-95A621FE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30 days: qualified interviews and design partners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60 days: scoped pilots and first price tests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90 days: retention evidence and ten paid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C28F5-520D-42BF-A54E-AB1A0EB1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100 paid customers follows validated cohorts.</a:t>
            </a:r>
          </a:p>
        </p:txBody>
      </p:sp>
    </p:spTree>
    <p:extLst>
      <p:ext uri="{BB962C8B-B14F-4D97-AF65-F5344CB8AC3E}">
        <p14:creationId xmlns:p14="http://schemas.microsoft.com/office/powerpoint/2010/main" val="316765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757F0-2CBD-4543-90C8-4EB4A498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Defensibility and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867BD-90AD-438B-93CE-3401B077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Inspectable authority, revocation and commitments</a:t>
            </a:r>
          </a:p>
          <a:p xmlns:a="http://schemas.openxmlformats.org/drawingml/2006/main">
            <a:pPr>
              <a:def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02924"/>
                </a:solidFill>
                <a:latin typeface="DejaVu Sans"/>
                <a:ea typeface="DejaVu Sans"/>
                <a:cs typeface="DejaVu Sans"/>
              </a:rPr>
              <a:t>Useful integrations and legitimate evaluation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1AF1B-35CF-45FA-888A-EC72AA07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385846"/>
                </a:solidFill>
                <a:latin typeface="DejaVu Sans"/>
                <a:ea typeface="DejaVu Sans"/>
                <a:cs typeface="DejaVu Sans"/>
              </a:rPr>
              <a:t>Qloo rights, buyer demand and held-out performance remain critical.</a:t>
            </a:r>
          </a:p>
        </p:txBody>
      </p:sp>
    </p:spTree>
    <p:extLst>
      <p:ext uri="{BB962C8B-B14F-4D97-AF65-F5344CB8AC3E}">
        <p14:creationId xmlns:p14="http://schemas.microsoft.com/office/powerpoint/2010/main" val="1570121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2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0648A-F354-4A2E-8B6F-7109375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6F3EC"/>
                </a:solidFill>
                <a:latin typeface="DejaVu Sans"/>
                <a:ea typeface="DejaVu Sans"/>
                <a:cs typeface="DejaVu Sans"/>
              </a:rPr>
              <a:t>Funding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766F1-66C8-4395-B997-0ADFBD0B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rPr>
              <a:t>USD500,000 over 18 months</a:t>
            </a:r>
          </a:p>
          <a:p xmlns:a="http://schemas.openxmlformats.org/drawingml/2006/main">
            <a:pPr>
              <a:def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6F3EC"/>
                </a:solidFill>
                <a:latin typeface="DejaVu Sans"/>
                <a:ea typeface="DejaVu Sans"/>
                <a:cs typeface="DejaVu Sans"/>
              </a:rPr>
              <a:t>USD50,000 contingency reserve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41D9F-7C80-4E03-B739-5E406E84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EBE"/>
                </a:solidFill>
                <a:latin typeface="DejaVu Sans"/>
                <a:ea typeface="DejaVu Sans"/>
                <a:cs typeface="DejaVu Sans"/>
              </a:rPr>
              <a:t>Draft planning ask. Founder and legal decisions remain open.</a:t>
            </a:r>
          </a:p>
        </p:txBody>
      </p:sp>
    </p:spTree>
    <p:extLst>
      <p:ext uri="{BB962C8B-B14F-4D97-AF65-F5344CB8AC3E}">
        <p14:creationId xmlns:p14="http://schemas.microsoft.com/office/powerpoint/2010/main" val="33109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2026-10-28T14:58:20.9820000Z</dcterms:created>
  <dcterms:modified xsi:type="dcterms:W3CDTF">2026-10-28T14:58:20.9830000Z</dcterms:modified>
</coreProperties>
</file>